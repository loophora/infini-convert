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1"/>
  </p:sldIdLst>
  <p:sldSz cx="9144000" cy="51435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838200" y="609600"/>
            <a:ext cx="7467600" cy="1143000"/>
          </a:xfrm>
          <a:prstGeom prst="rect">
            <a:avLst/>
          </a:prstGeom>
          <a:solidFill>
            <a:srgbClr val="0f172a"/>
          </a:solidFill>
        </p:spPr>
        <p:txBody>
          <a:bodyPr/>
          <a:lstStyle/>
          <a:p>
            <a:r>
              <a:rPr lang="en-US" sz="3600" b="1">
                <a:solidFill>
                  <a:srgbClr val="38bdf8"/>
                </a:solidFill>
              </a:rPr>
              <a:t>Infini-Convert Presentation</a:t>
            </a:r>
          </a:p>
        </p:txBody>
      </p:sp>
      <p:sp>
        <p:nvSpPr>
          <p:cNvPr id="3" name="Content 2"/>
          <p:cNvSpPr>
            <a:spLocks noGrp="1"/>
          </p:cNvSpPr>
          <p:nvPr/>
        </p:nvSpPr>
        <p:spPr>
          <a:xfrm>
            <a:off x="838200" y="1981200"/>
            <a:ext cx="7467600" cy="2743200"/>
          </a:xfrm>
          <a:prstGeom prst="rect">
            <a:avLst/>
          </a:prstGeom>
          <a:solidFill>
            <a:srgbClr val="1e293b"/>
          </a:solidFill>
        </p:spPr>
        <p:txBody>
          <a:bodyPr/>
          <a:lstStyle/>
          <a:p>
            <a:r>
              <a:rPr lang="en-US" sz="2000">
                <a:solidFill>
                  <a:srgbClr val="f8fafc"/>
                </a:solidFill>
              </a:rPr>
              <a:t>100% In-Browser Client-Side Processing</a:t>
            </a:r>
          </a:p>
          <a:p>
            <a:r>
              <a:rPr lang="en-US" sz="2000">
                <a:solidFill>
                  <a:srgbClr val="f8fafc"/>
                </a:solidFill>
              </a:rPr>
              <a:t>Local Conversion &amp; Security</a:t>
            </a:r>
          </a:p>
        </p:txBody>
      </p:sp>
    </p:spTree>
  </p:cSld>
</p:sld>
</file>